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3"/>
  </p:notesMasterIdLst>
  <p:sldIdLst>
    <p:sldId id="256" r:id="rId2"/>
    <p:sldId id="258" r:id="rId3"/>
    <p:sldId id="259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5F728-0793-4C5F-A36D-452A03BEB6A9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91673-6D38-42A2-97AA-CB755E9C184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36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91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645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379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284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379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099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315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36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6004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00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926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5EC32-325C-40E3-AEA9-7B0C26817EDE}" type="datetimeFigureOut">
              <a:rPr lang="en-PK" smtClean="0"/>
              <a:t>02/06/2026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62D2-1EC5-4534-98FD-67AA0086131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4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71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A671E-25C2-ABD4-387A-71EF2DC0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Fundamentals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711EF-07DD-C772-8DAB-5447006BA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Week 3</a:t>
            </a:r>
            <a:br>
              <a:rPr lang="en-US" dirty="0">
                <a:solidFill>
                  <a:schemeClr val="tx1"/>
                </a:solidFill>
              </a:rPr>
            </a:b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52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EE0CB8-9FF3-E2A1-8270-075F9B20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Previous Class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F47F24-A228-9B3A-2978-C74C5F6A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Topics Covered Previously</a:t>
            </a:r>
          </a:p>
          <a:p>
            <a:r>
              <a:rPr lang="en-PK" dirty="0"/>
              <a:t>Introduction to HTML</a:t>
            </a:r>
          </a:p>
          <a:p>
            <a:r>
              <a:rPr lang="en-PK" dirty="0"/>
              <a:t>HTML Document Structure</a:t>
            </a:r>
          </a:p>
          <a:p>
            <a:r>
              <a:rPr lang="en-PK" dirty="0"/>
              <a:t>Headings &amp; Paragraphs</a:t>
            </a:r>
          </a:p>
          <a:p>
            <a:r>
              <a:rPr lang="en-PK" dirty="0"/>
              <a:t>Lists &amp; Tables</a:t>
            </a:r>
          </a:p>
          <a:p>
            <a:r>
              <a:rPr lang="en-PK" dirty="0"/>
              <a:t>Images &amp; Hyperlinks</a:t>
            </a:r>
          </a:p>
          <a:p>
            <a:r>
              <a:rPr lang="en-PK" dirty="0"/>
              <a:t>HTML Forms</a:t>
            </a:r>
          </a:p>
          <a:p>
            <a:r>
              <a:rPr lang="en-PK" dirty="0"/>
              <a:t>Semantic HTML</a:t>
            </a:r>
          </a:p>
        </p:txBody>
      </p:sp>
    </p:spTree>
    <p:extLst>
      <p:ext uri="{BB962C8B-B14F-4D97-AF65-F5344CB8AC3E}">
        <p14:creationId xmlns:p14="http://schemas.microsoft.com/office/powerpoint/2010/main" val="237577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51C8-CCA5-DBF6-6FB9-06C94A53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4A19-93E9-7FC7-9376-FC882D343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K" dirty="0"/>
              <a:t>Introduction to CSS</a:t>
            </a:r>
            <a:endParaRPr lang="en-US" dirty="0"/>
          </a:p>
          <a:p>
            <a:r>
              <a:rPr lang="en-PK" dirty="0"/>
              <a:t>Types of CSS</a:t>
            </a:r>
            <a:endParaRPr lang="en-US" dirty="0"/>
          </a:p>
          <a:p>
            <a:r>
              <a:rPr lang="en-PK" dirty="0"/>
              <a:t>CSS Selectors</a:t>
            </a:r>
            <a:endParaRPr lang="en-US" dirty="0"/>
          </a:p>
          <a:p>
            <a:r>
              <a:rPr lang="en-PK" dirty="0"/>
              <a:t>Colors &amp; Backgrounds</a:t>
            </a:r>
            <a:endParaRPr lang="en-US" dirty="0"/>
          </a:p>
          <a:p>
            <a:r>
              <a:rPr lang="en-PK" dirty="0"/>
              <a:t>Fonts &amp; Text Styling</a:t>
            </a:r>
            <a:endParaRPr lang="en-US" dirty="0"/>
          </a:p>
          <a:p>
            <a:r>
              <a:rPr lang="en-PK" dirty="0"/>
              <a:t>Box Model</a:t>
            </a:r>
            <a:endParaRPr lang="en-US" dirty="0"/>
          </a:p>
          <a:p>
            <a:r>
              <a:rPr lang="en-PK" dirty="0"/>
              <a:t>Margins &amp; Padding</a:t>
            </a:r>
            <a:endParaRPr lang="en-US" dirty="0"/>
          </a:p>
          <a:p>
            <a:r>
              <a:rPr lang="en-PK" dirty="0"/>
              <a:t>Layout Design Basics</a:t>
            </a:r>
            <a:endParaRPr lang="en-US" dirty="0"/>
          </a:p>
          <a:p>
            <a:r>
              <a:rPr lang="en-PK" dirty="0"/>
              <a:t>Flexbox Introduction</a:t>
            </a:r>
            <a:endParaRPr lang="en-US" dirty="0"/>
          </a:p>
          <a:p>
            <a:r>
              <a:rPr lang="en-PK" dirty="0"/>
              <a:t>Responsive Design Basics</a:t>
            </a:r>
          </a:p>
        </p:txBody>
      </p:sp>
    </p:spTree>
    <p:extLst>
      <p:ext uri="{BB962C8B-B14F-4D97-AF65-F5344CB8AC3E}">
        <p14:creationId xmlns:p14="http://schemas.microsoft.com/office/powerpoint/2010/main" val="41947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58C9-E226-4AA1-52E6-44E78261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E38D4-69B2-5506-DB47-EB8B3CF5E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b="1" dirty="0"/>
              <a:t>CSS</a:t>
            </a:r>
          </a:p>
          <a:p>
            <a:pPr marL="0" indent="0">
              <a:buNone/>
            </a:pPr>
            <a:r>
              <a:rPr lang="en-PK" b="1" dirty="0"/>
              <a:t>Cascading Style Sheets</a:t>
            </a:r>
          </a:p>
          <a:p>
            <a:pPr marL="0" indent="0">
              <a:buNone/>
            </a:pPr>
            <a:r>
              <a:rPr lang="en-PK" dirty="0"/>
              <a:t>CSS is used to style and design webpages.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CSS is Used For</a:t>
            </a:r>
          </a:p>
          <a:p>
            <a:r>
              <a:rPr lang="en-PK" dirty="0"/>
              <a:t>Colors</a:t>
            </a:r>
          </a:p>
          <a:p>
            <a:r>
              <a:rPr lang="en-PK" dirty="0"/>
              <a:t>Layout Design</a:t>
            </a:r>
          </a:p>
          <a:p>
            <a:r>
              <a:rPr lang="en-PK" dirty="0"/>
              <a:t>Fonts</a:t>
            </a:r>
          </a:p>
          <a:p>
            <a:r>
              <a:rPr lang="en-PK" dirty="0"/>
              <a:t>Responsive Design</a:t>
            </a:r>
          </a:p>
          <a:p>
            <a:r>
              <a:rPr lang="en-PK" dirty="0"/>
              <a:t>Animations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287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6B7C-8CEF-B27E-51B0-4A7B730A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CSS?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6A8C-B379-8829-0E13-B2577A18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Benefits of CSS</a:t>
            </a:r>
          </a:p>
          <a:p>
            <a:r>
              <a:rPr lang="en-PK" dirty="0"/>
              <a:t>Improves Website Appearance</a:t>
            </a:r>
          </a:p>
          <a:p>
            <a:r>
              <a:rPr lang="en-PK" dirty="0"/>
              <a:t>Separates Design from Content</a:t>
            </a:r>
          </a:p>
          <a:p>
            <a:r>
              <a:rPr lang="en-PK" dirty="0"/>
              <a:t>Reusable Styles</a:t>
            </a:r>
          </a:p>
          <a:p>
            <a:r>
              <a:rPr lang="en-PK" dirty="0"/>
              <a:t>Faster Website Maintenance</a:t>
            </a:r>
          </a:p>
          <a:p>
            <a:r>
              <a:rPr lang="en-PK" dirty="0"/>
              <a:t>Responsive Design Support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5889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9D1D-BF71-DC98-133C-4BE1F5E7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768D7-9816-7C9B-22CB-44AB3ECC0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b="1" dirty="0"/>
              <a:t>Three Types of CSS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1. Inline CSS</a:t>
            </a:r>
          </a:p>
          <a:p>
            <a:pPr marL="0" indent="0">
              <a:buNone/>
            </a:pPr>
            <a:r>
              <a:rPr lang="en-PK" dirty="0"/>
              <a:t>Applied directly inside HTML tags.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2. Internal CSS</a:t>
            </a:r>
          </a:p>
          <a:p>
            <a:pPr marL="0" indent="0">
              <a:buNone/>
            </a:pPr>
            <a:r>
              <a:rPr lang="en-PK" dirty="0"/>
              <a:t>Written inside the tag.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3. External CSS</a:t>
            </a:r>
          </a:p>
          <a:p>
            <a:pPr marL="0" indent="0">
              <a:buNone/>
            </a:pPr>
            <a:r>
              <a:rPr lang="en-PK" dirty="0"/>
              <a:t>Written in a separate .</a:t>
            </a:r>
            <a:r>
              <a:rPr lang="en-PK" dirty="0" err="1"/>
              <a:t>css</a:t>
            </a:r>
            <a:r>
              <a:rPr lang="en-PK" dirty="0"/>
              <a:t> file.</a:t>
            </a:r>
          </a:p>
        </p:txBody>
      </p:sp>
    </p:spTree>
    <p:extLst>
      <p:ext uri="{BB962C8B-B14F-4D97-AF65-F5344CB8AC3E}">
        <p14:creationId xmlns:p14="http://schemas.microsoft.com/office/powerpoint/2010/main" val="83491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A778-F87F-0080-A828-5C49DBE5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CSS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2E40-799C-CB53-1CF4-36B572F9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Characteristics</a:t>
            </a:r>
          </a:p>
          <a:p>
            <a:r>
              <a:rPr lang="en-PK" dirty="0"/>
              <a:t>Quick Styling</a:t>
            </a:r>
          </a:p>
          <a:p>
            <a:r>
              <a:rPr lang="en-PK" dirty="0"/>
              <a:t>Not Recommended for Large Projects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98AA2-6D8D-3E62-141D-3AC6CFD8F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66252"/>
            <a:ext cx="10061859" cy="92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3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76CF-D34C-51F2-6949-6DD10130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CSS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1151-C539-2330-A33B-9B9A6F5C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Example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72D66-C635-51AA-1821-69F5E195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17425"/>
            <a:ext cx="6443639" cy="32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4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6B08-2DF4-19C1-F459-AB2614B3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CSS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E8D5-900C-9246-5B8D-208AF6C74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080"/>
            <a:ext cx="10515600" cy="4798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K" dirty="0"/>
              <a:t>HTML File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CSS File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Recommended for Professional Projects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9979C-5BEE-FBA4-1DF8-A0477708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36868"/>
            <a:ext cx="8782894" cy="912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8EB65-A510-3C71-2047-E5E100C81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38068"/>
            <a:ext cx="6159547" cy="200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7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4F9F-31EA-42BB-4BEB-6C6D3CF1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CSS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853C-25BB-69AE-0EC3-4AEA25C0D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Structure of CSS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Example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0AF78-1088-BD52-03EA-72559C5A3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7123"/>
            <a:ext cx="5257800" cy="1850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4AB93C-6BAB-C5D1-D757-6C6BB9243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35386"/>
            <a:ext cx="48196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743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264F-BD6D-1DC5-4A60-295D7621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38775-CB84-79B1-F6C4-867ACDD28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Common Selectors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305FF7-CF3A-0C32-A805-4A34F7D26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930658"/>
              </p:ext>
            </p:extLst>
          </p:nvPr>
        </p:nvGraphicFramePr>
        <p:xfrm>
          <a:off x="838200" y="2363640"/>
          <a:ext cx="8128000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292580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86652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Selector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97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K" dirty="0"/>
                        <a:t>Element Selector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H1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51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Selector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.box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248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 Selector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#header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105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Universal Selector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228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01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4415-2EA9-536B-90B4-57E3F3EB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C32C9-0855-08E8-AF6F-A3226504F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CSS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3D945-6D32-66A7-EF9C-B9627FB3E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36758"/>
            <a:ext cx="6206853" cy="698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46D948-E007-2C0B-4926-56F6D00E7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86201"/>
            <a:ext cx="5697020" cy="152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2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946B-6DEB-65C6-54B5-E8F9E889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02C2-3D11-5302-030B-5072EE05C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dirty="0"/>
              <a:t>CSS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7E375-1581-46E7-9498-7B710F6F4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7279"/>
            <a:ext cx="7881338" cy="912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522C7-9D90-AE76-65CA-14DB490B6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37460"/>
            <a:ext cx="5925183" cy="168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01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6D7-6E1D-B3DB-7EA5-8D0F4355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&amp; Backgrounds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D2DA-FA78-1127-0202-0BD57F541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94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PK" dirty="0"/>
              <a:t>CSS Properties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Color Types</a:t>
            </a:r>
          </a:p>
          <a:p>
            <a:r>
              <a:rPr lang="en-PK" dirty="0"/>
              <a:t>Color Names</a:t>
            </a:r>
          </a:p>
          <a:p>
            <a:r>
              <a:rPr lang="en-PK" dirty="0"/>
              <a:t>HEX Values</a:t>
            </a:r>
          </a:p>
          <a:p>
            <a:r>
              <a:rPr lang="en-PK" dirty="0"/>
              <a:t>RGB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F5917-6CAD-5547-E810-1E7B4EC1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95828"/>
            <a:ext cx="75152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8367-A942-A319-48DC-7132A8BC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 &amp; Text Styling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F5F1-BE03-61CF-129C-4DB27EE69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Text Styling Example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27890-245C-E89D-8FF6-2CD58DB7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5380"/>
            <a:ext cx="57340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46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D3BC-CB0C-59E3-B23E-023C581D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Borders in CSS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B16C-7D14-06BD-8BF4-86A7BB643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dirty="0"/>
              <a:t>Border 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Border Properties</a:t>
            </a:r>
          </a:p>
          <a:p>
            <a:r>
              <a:rPr lang="en-PK" dirty="0"/>
              <a:t>border-width</a:t>
            </a:r>
          </a:p>
          <a:p>
            <a:r>
              <a:rPr lang="en-PK" dirty="0"/>
              <a:t>border-style</a:t>
            </a:r>
          </a:p>
          <a:p>
            <a:r>
              <a:rPr lang="en-PK" dirty="0"/>
              <a:t>border-color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7279C-3AD1-ED4E-E0D6-0C11145CC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9267"/>
            <a:ext cx="7790234" cy="169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36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6ADF-23EA-32CB-0D59-1E0A964E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Box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68E8-3743-4E74-1621-5940C4F12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b="1" dirty="0"/>
              <a:t>Box Model Components</a:t>
            </a:r>
          </a:p>
          <a:p>
            <a:r>
              <a:rPr lang="en-PK" dirty="0"/>
              <a:t>Content</a:t>
            </a:r>
          </a:p>
          <a:p>
            <a:r>
              <a:rPr lang="en-PK" dirty="0"/>
              <a:t>Padding</a:t>
            </a:r>
          </a:p>
          <a:p>
            <a:r>
              <a:rPr lang="en-PK" dirty="0"/>
              <a:t>Border</a:t>
            </a:r>
          </a:p>
          <a:p>
            <a:r>
              <a:rPr lang="en-PK" dirty="0"/>
              <a:t>Margin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PK" b="1" dirty="0"/>
              <a:t>Diagram Structure</a:t>
            </a:r>
          </a:p>
          <a:p>
            <a:r>
              <a:rPr lang="en-PK" dirty="0"/>
              <a:t>Margin → Border → Padding → Content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8967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D027-E234-7792-3B77-5AD4167B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 &amp; Padding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25A87-4CD5-39F4-4196-B28B707F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PK" dirty="0"/>
              <a:t>CSS Example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PK" b="1" dirty="0"/>
              <a:t>Difference</a:t>
            </a:r>
          </a:p>
          <a:p>
            <a:r>
              <a:rPr lang="en-PK" dirty="0"/>
              <a:t>Margin = Outside Space</a:t>
            </a:r>
          </a:p>
          <a:p>
            <a:r>
              <a:rPr lang="en-PK" dirty="0"/>
              <a:t>Padding = Inside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5F6B2-C59E-10CB-C7B7-1EF110D4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4578"/>
            <a:ext cx="6800268" cy="261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25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FBD1-F1C4-FF56-FEA4-31A07230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Width &amp; Height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37E58-60D6-4B67-E4B9-5CB16E634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Example</a:t>
            </a: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CBA84-4FF4-215D-1256-A1A50D6D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11737"/>
            <a:ext cx="8240041" cy="23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79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317023-913B-6DEB-82C8-9546A711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Q &amp; A Time</a:t>
            </a:r>
            <a:endParaRPr lang="en-PK" sz="7200" dirty="0"/>
          </a:p>
        </p:txBody>
      </p:sp>
    </p:spTree>
    <p:extLst>
      <p:ext uri="{BB962C8B-B14F-4D97-AF65-F5344CB8AC3E}">
        <p14:creationId xmlns:p14="http://schemas.microsoft.com/office/powerpoint/2010/main" val="3557679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702</TotalTime>
  <Words>284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Franklin Gothic Book</vt:lpstr>
      <vt:lpstr>Franklin Gothic Medium</vt:lpstr>
      <vt:lpstr>Office Theme</vt:lpstr>
      <vt:lpstr>PowerPoint Presentation</vt:lpstr>
      <vt:lpstr>CSS Fundamentals</vt:lpstr>
      <vt:lpstr>Recap of Previous Class</vt:lpstr>
      <vt:lpstr>Learning Objectives</vt:lpstr>
      <vt:lpstr>What is CSS?</vt:lpstr>
      <vt:lpstr>Why Use CSS?</vt:lpstr>
      <vt:lpstr>Types of CSS</vt:lpstr>
      <vt:lpstr>Inline CSS Example</vt:lpstr>
      <vt:lpstr>Internal CSS Example</vt:lpstr>
      <vt:lpstr>External CSS Example</vt:lpstr>
      <vt:lpstr>CSS Syntax</vt:lpstr>
      <vt:lpstr>CSS Selectors</vt:lpstr>
      <vt:lpstr>Class Selector Example</vt:lpstr>
      <vt:lpstr>ID Selector Example</vt:lpstr>
      <vt:lpstr>Colors &amp; Backgrounds</vt:lpstr>
      <vt:lpstr>Fonts &amp; Text Styling</vt:lpstr>
      <vt:lpstr>Borders in CSS</vt:lpstr>
      <vt:lpstr>CSS Box Model</vt:lpstr>
      <vt:lpstr>Margin &amp; Padding Example</vt:lpstr>
      <vt:lpstr>Width &amp; Height</vt:lpstr>
      <vt:lpstr>Q &amp; A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9122022</dc:creator>
  <cp:lastModifiedBy>9122022</cp:lastModifiedBy>
  <cp:revision>28</cp:revision>
  <dcterms:created xsi:type="dcterms:W3CDTF">2026-05-10T11:29:20Z</dcterms:created>
  <dcterms:modified xsi:type="dcterms:W3CDTF">2026-06-02T05:36:48Z</dcterms:modified>
</cp:coreProperties>
</file>