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82" r:id="rId8"/>
    <p:sldId id="283" r:id="rId9"/>
    <p:sldId id="284" r:id="rId10"/>
    <p:sldId id="285" r:id="rId11"/>
    <p:sldId id="286" r:id="rId12"/>
    <p:sldId id="28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9" autoAdjust="0"/>
    <p:restoredTop sz="94660"/>
  </p:normalViewPr>
  <p:slideViewPr>
    <p:cSldViewPr snapToGrid="0">
      <p:cViewPr varScale="1">
        <p:scale>
          <a:sx n="79" d="100"/>
          <a:sy n="79" d="100"/>
        </p:scale>
        <p:origin x="8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5F728-0793-4C5F-A36D-452A03BEB6A9}" type="datetimeFigureOut">
              <a:rPr lang="en-PK" smtClean="0"/>
              <a:t>17/05/2026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291673-6D38-42A2-97AA-CB755E9C184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4368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17/05/2026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89128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17/05/2026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76459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17/05/2026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03791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17/05/2026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62843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17/05/2026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13794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17/05/2026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60999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17/05/2026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63150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17/05/2026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23687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17/05/2026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6004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17/05/2026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900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17/05/2026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49263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75EC32-325C-40E3-AEA9-7B0C26817EDE}" type="datetimeFigureOut">
              <a:rPr lang="en-PK" smtClean="0"/>
              <a:t>17/05/2026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3541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1710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0A671E-25C2-ABD4-387A-71EF2DC0C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Fundamentals</a:t>
            </a:r>
            <a:endParaRPr lang="en-PK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711EF-07DD-C772-8DAB-5447006BAD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Week 2</a:t>
            </a:r>
            <a:br>
              <a:rPr lang="en-US" dirty="0">
                <a:solidFill>
                  <a:schemeClr val="tx1"/>
                </a:solidFill>
              </a:rPr>
            </a:br>
            <a:endParaRPr lang="en-P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752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EE0CB8-9FF3-E2A1-8270-075F9B20F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Previous Class</a:t>
            </a:r>
            <a:endParaRPr lang="en-P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F47F24-A228-9B3A-2978-C74C5F6A5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K" b="1" dirty="0"/>
              <a:t>Topics Covered Previously</a:t>
            </a:r>
          </a:p>
          <a:p>
            <a:r>
              <a:rPr lang="en-PK" dirty="0"/>
              <a:t>Introduction to Web Development</a:t>
            </a:r>
          </a:p>
          <a:p>
            <a:r>
              <a:rPr lang="en-PK" dirty="0"/>
              <a:t>Static vs Dynamic Websites</a:t>
            </a:r>
          </a:p>
          <a:p>
            <a:r>
              <a:rPr lang="en-PK" dirty="0"/>
              <a:t>Frontend vs Backend</a:t>
            </a:r>
          </a:p>
          <a:p>
            <a:r>
              <a:rPr lang="en-PK" dirty="0"/>
              <a:t>Introduction to PHP</a:t>
            </a:r>
          </a:p>
          <a:p>
            <a:r>
              <a:rPr lang="en-PK" dirty="0"/>
              <a:t>XAMPP &amp; VS Code</a:t>
            </a:r>
          </a:p>
          <a:p>
            <a:r>
              <a:rPr lang="en-PK" dirty="0"/>
              <a:t>First HTML &amp; PHP Program</a:t>
            </a:r>
          </a:p>
        </p:txBody>
      </p:sp>
    </p:spTree>
    <p:extLst>
      <p:ext uri="{BB962C8B-B14F-4D97-AF65-F5344CB8AC3E}">
        <p14:creationId xmlns:p14="http://schemas.microsoft.com/office/powerpoint/2010/main" val="2375778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FECEE-B668-B674-F067-275F6F297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B84D5-4E5D-BF81-7683-9C4F45A74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PK" b="1" dirty="0"/>
              <a:t>What Students Will Learn Today</a:t>
            </a:r>
          </a:p>
          <a:p>
            <a:r>
              <a:rPr lang="en-PK" dirty="0"/>
              <a:t>Introduction to HTML</a:t>
            </a:r>
          </a:p>
          <a:p>
            <a:r>
              <a:rPr lang="en-PK" dirty="0"/>
              <a:t>Structure of HTML Document</a:t>
            </a:r>
          </a:p>
          <a:p>
            <a:r>
              <a:rPr lang="en-PK" dirty="0"/>
              <a:t>Basic HTML Tags</a:t>
            </a:r>
          </a:p>
          <a:p>
            <a:r>
              <a:rPr lang="en-PK" dirty="0"/>
              <a:t>Lists &amp; Tables</a:t>
            </a:r>
          </a:p>
          <a:p>
            <a:r>
              <a:rPr lang="en-PK" dirty="0"/>
              <a:t>Hyperlinks &amp; Images</a:t>
            </a:r>
          </a:p>
          <a:p>
            <a:r>
              <a:rPr lang="en-PK" dirty="0"/>
              <a:t>HTML Forms</a:t>
            </a:r>
          </a:p>
          <a:p>
            <a:r>
              <a:rPr lang="en-PK" dirty="0"/>
              <a:t>Input Controls</a:t>
            </a:r>
          </a:p>
          <a:p>
            <a:r>
              <a:rPr lang="en-PK" dirty="0"/>
              <a:t>Semantic HTML Basics</a:t>
            </a:r>
          </a:p>
        </p:txBody>
      </p:sp>
    </p:spTree>
    <p:extLst>
      <p:ext uri="{BB962C8B-B14F-4D97-AF65-F5344CB8AC3E}">
        <p14:creationId xmlns:p14="http://schemas.microsoft.com/office/powerpoint/2010/main" val="1246653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A0413-32C3-E4D5-77DD-7931C1760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HTML?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AEA1E-03AC-6A67-6458-46838EF70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K" b="1" dirty="0" err="1"/>
              <a:t>HyperText</a:t>
            </a:r>
            <a:r>
              <a:rPr lang="en-PK" b="1" dirty="0"/>
              <a:t> Markup Language</a:t>
            </a:r>
          </a:p>
          <a:p>
            <a:r>
              <a:rPr lang="en-PK" dirty="0"/>
              <a:t>HTML is the standard language used to create webpages.</a:t>
            </a:r>
          </a:p>
          <a:p>
            <a:pPr marL="0" indent="0">
              <a:buNone/>
            </a:pPr>
            <a:r>
              <a:rPr lang="en-PK" b="1" dirty="0"/>
              <a:t>HTML is Used For:</a:t>
            </a:r>
          </a:p>
          <a:p>
            <a:r>
              <a:rPr lang="en-PK" dirty="0"/>
              <a:t>Structuring webpages</a:t>
            </a:r>
          </a:p>
          <a:p>
            <a:r>
              <a:rPr lang="en-PK" dirty="0"/>
              <a:t>Displaying content</a:t>
            </a:r>
          </a:p>
          <a:p>
            <a:r>
              <a:rPr lang="en-PK" dirty="0"/>
              <a:t>Creating forms</a:t>
            </a:r>
          </a:p>
          <a:p>
            <a:r>
              <a:rPr lang="en-PK" dirty="0"/>
              <a:t>Linking pages</a:t>
            </a:r>
          </a:p>
        </p:txBody>
      </p:sp>
    </p:spTree>
    <p:extLst>
      <p:ext uri="{BB962C8B-B14F-4D97-AF65-F5344CB8AC3E}">
        <p14:creationId xmlns:p14="http://schemas.microsoft.com/office/powerpoint/2010/main" val="2957529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13E1B-FD85-0E21-EA71-A5E750A2B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of HTML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8B1C3-74E8-A6B5-9ABF-B827F7C74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K" b="1" dirty="0"/>
              <a:t>HTML Features</a:t>
            </a:r>
          </a:p>
          <a:p>
            <a:r>
              <a:rPr lang="en-PK" dirty="0"/>
              <a:t>Easy to Learn</a:t>
            </a:r>
          </a:p>
          <a:p>
            <a:r>
              <a:rPr lang="en-PK" dirty="0"/>
              <a:t>Platform Independent</a:t>
            </a:r>
          </a:p>
          <a:p>
            <a:r>
              <a:rPr lang="en-PK" dirty="0"/>
              <a:t>Supports Multimedia</a:t>
            </a:r>
          </a:p>
          <a:p>
            <a:r>
              <a:rPr lang="en-PK" dirty="0"/>
              <a:t>Works with CSS &amp; JavaScript</a:t>
            </a:r>
          </a:p>
          <a:p>
            <a:r>
              <a:rPr lang="en-PK" dirty="0"/>
              <a:t>Foundation of Web Development</a:t>
            </a:r>
          </a:p>
        </p:txBody>
      </p:sp>
    </p:spTree>
    <p:extLst>
      <p:ext uri="{BB962C8B-B14F-4D97-AF65-F5344CB8AC3E}">
        <p14:creationId xmlns:p14="http://schemas.microsoft.com/office/powerpoint/2010/main" val="1776547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5BBEC-FAA0-8AB8-9439-408D15F29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an HTML Document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8EA1E-705D-4BE5-CA59-5A81B7A82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K" dirty="0"/>
              <a:t>Basic HTML Structure</a:t>
            </a:r>
            <a:endParaRPr lang="en-US" dirty="0"/>
          </a:p>
          <a:p>
            <a:pPr marL="0" indent="0">
              <a:buNone/>
            </a:pP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0A15ED-ADA1-A07E-36CE-BFCA2A58C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14979"/>
            <a:ext cx="7759878" cy="336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753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5FDC1-BF3E-740D-2838-B777971C7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Headings in HTML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90A6D-6648-3BC5-D366-1444A404F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K" dirty="0"/>
              <a:t>HTML Headings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PK" b="1" dirty="0"/>
              <a:t>Heading Levels</a:t>
            </a:r>
          </a:p>
          <a:p>
            <a:r>
              <a:rPr lang="en-PK" dirty="0"/>
              <a:t>h1 → Largest</a:t>
            </a:r>
          </a:p>
          <a:p>
            <a:r>
              <a:rPr lang="en-PK" dirty="0"/>
              <a:t>h6 → Smallest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C49967-85A5-265F-4D55-C560ECDD1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39805"/>
            <a:ext cx="6547082" cy="194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337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2461C-7D57-C3B9-9B67-AACBB826E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Paragraphs &amp; Text Formatting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8A394-38F0-194E-5CE3-D530A571E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K" dirty="0"/>
              <a:t>Paragraph Tag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PK" dirty="0"/>
              <a:t>Text Formatting Tags</a:t>
            </a:r>
            <a:endParaRPr lang="en-US" dirty="0"/>
          </a:p>
          <a:p>
            <a:pPr marL="0" indent="0">
              <a:buNone/>
            </a:pP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DFCC89-AC62-5FB8-569C-50D5473DC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375980"/>
            <a:ext cx="5908541" cy="8341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95B3BE-23AD-F4CE-E7CC-803F4FFC1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962146"/>
            <a:ext cx="7027697" cy="1640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970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A9414-6F95-8B3C-A52D-8D95B19BF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in HTML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BC81F-D72C-5D17-02CF-7A4F67B2B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K" dirty="0"/>
              <a:t>Ordered List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PK" dirty="0"/>
              <a:t>Unordered List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93D54C-39E9-D6E1-D15E-2A73FF623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334419"/>
            <a:ext cx="5931781" cy="18873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94D90D-6149-EB03-75F8-DAB663D4F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4854255"/>
            <a:ext cx="5903103" cy="163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234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BCD3A-B926-B7CB-1A6C-35C13F443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Hyperlinks in HTML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F8100-4F9A-D1AB-3E38-5E7D40FE4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K" dirty="0"/>
              <a:t>Anchor Tag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PK" b="1" dirty="0"/>
              <a:t>Uses</a:t>
            </a:r>
          </a:p>
          <a:p>
            <a:r>
              <a:rPr lang="en-PK" dirty="0"/>
              <a:t>Navigate to Other Pages</a:t>
            </a:r>
          </a:p>
          <a:p>
            <a:r>
              <a:rPr lang="en-PK" dirty="0"/>
              <a:t>Open External Websites</a:t>
            </a:r>
          </a:p>
          <a:p>
            <a:pPr marL="0" indent="0">
              <a:buNone/>
            </a:pP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64DC89-7262-8FB8-2332-96EFFEE54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295525"/>
            <a:ext cx="8797317" cy="168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23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33C91-788C-2512-BFCE-955C54A1E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Images in HTML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81FF8-21AE-B708-2322-827C0CD36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K" dirty="0"/>
              <a:t>Image Tag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PK" b="1" dirty="0"/>
              <a:t>Attributes</a:t>
            </a:r>
          </a:p>
          <a:p>
            <a:r>
              <a:rPr lang="en-PK" dirty="0" err="1"/>
              <a:t>src</a:t>
            </a:r>
            <a:endParaRPr lang="en-PK" dirty="0"/>
          </a:p>
          <a:p>
            <a:r>
              <a:rPr lang="en-PK" dirty="0"/>
              <a:t>width</a:t>
            </a:r>
          </a:p>
          <a:p>
            <a:r>
              <a:rPr lang="en-PK" dirty="0"/>
              <a:t>height</a:t>
            </a:r>
          </a:p>
          <a:p>
            <a:r>
              <a:rPr lang="en-PK" dirty="0"/>
              <a:t>alt</a:t>
            </a:r>
          </a:p>
          <a:p>
            <a:pPr marL="0" indent="0">
              <a:buNone/>
            </a:pP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E09C28-66EC-09CB-C0FB-8FACA2A61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81222"/>
            <a:ext cx="7921579" cy="751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457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404</TotalTime>
  <Words>176</Words>
  <Application>Microsoft Office PowerPoint</Application>
  <PresentationFormat>Widescreen</PresentationFormat>
  <Paragraphs>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Franklin Gothic Book</vt:lpstr>
      <vt:lpstr>Franklin Gothic Medium</vt:lpstr>
      <vt:lpstr>Office Theme</vt:lpstr>
      <vt:lpstr>PowerPoint Presentation</vt:lpstr>
      <vt:lpstr>HTML Fundamentals</vt:lpstr>
      <vt:lpstr>Recap of Previous Class</vt:lpstr>
      <vt:lpstr>Learning Objectives</vt:lpstr>
      <vt:lpstr>What is HTML?</vt:lpstr>
      <vt:lpstr>Features of HTML</vt:lpstr>
      <vt:lpstr>Structure of an HTML Document</vt:lpstr>
      <vt:lpstr>Headings in HTML</vt:lpstr>
      <vt:lpstr>Paragraphs &amp; Text Formatting</vt:lpstr>
      <vt:lpstr>Lists in HTML</vt:lpstr>
      <vt:lpstr>Hyperlinks in HTML</vt:lpstr>
      <vt:lpstr>Images in HTML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9122022</dc:creator>
  <cp:lastModifiedBy>9122022</cp:lastModifiedBy>
  <cp:revision>10</cp:revision>
  <dcterms:created xsi:type="dcterms:W3CDTF">2026-05-10T11:29:20Z</dcterms:created>
  <dcterms:modified xsi:type="dcterms:W3CDTF">2026-05-17T16:52:09Z</dcterms:modified>
</cp:coreProperties>
</file>